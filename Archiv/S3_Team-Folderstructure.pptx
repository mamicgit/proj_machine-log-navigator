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87BD3-77DC-7D2A-2132-2B9A5A3D4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AEF9132-BF30-BA2E-8E56-992E5AC29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C4BC66-FB8D-AAC0-A0AE-DC3CD72D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19719-C8A3-FD93-40EA-8DDD3D72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761DBB-D235-D294-7E50-B477C7FD7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87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15A98-EA68-6353-7F65-249E7FAB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41EAB5-12CD-33D5-3918-73F92C746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10D427-B81F-0A5C-41D1-E44434C2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EF6886-4EC8-FF13-EF1F-BD2AD98B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A7F5C7-B206-DF47-6700-BE89A2DA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AB384-5A7C-84CB-A740-8AD643DDE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DE336B-CA1F-0D36-4931-9CEAB92B7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6F90B-BA1E-78B8-9EF1-4AEA72C3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0ED85-51DB-8A23-27AA-4490F23A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E526AA-3A65-BBAF-71A0-747A582D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2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7BD23-5A43-081A-ECD5-757D3BDA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9F810A-F47B-3D99-2A94-6EE69D522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12025A-85A1-6FCE-F203-4DCC5ECAE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C99B97-4BFE-4D8E-ED92-47BBEC61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534FC8-C2F0-087A-4E15-9D25EAF9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C7E4B3-6AAD-C52F-65F5-676AA872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8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EC8D6-B415-2BD6-1EEF-93796467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FD6685-BE9F-ADA8-FD11-92B6FAC03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FC2435-18E0-E6AE-5CA5-EE33E5AF2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8621D3-0D35-43EC-083C-92E0535BD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4942CFA-F0F1-E249-0EAB-0CED255CD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587FE4-9664-4D81-344B-947CA3DA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4036B9-FCA2-3EF1-0241-39A33FD4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5C1524-21B8-194D-DCDA-C7F88CF7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83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926B1-DDF6-8D4C-D8CA-5DFCB13B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1F8365-D1F6-C5EF-79B0-C88F154A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17B59F-33D5-9D9B-79CE-9F5EA510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B90A30-9926-ADF2-71C3-317026A0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839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09878F-D739-E092-CF4E-872C4241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AAB1D0-3C6D-CE7E-0DE1-D60CF14F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0CEEC4-FBBF-2506-72AC-2616BECB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35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B2ABD-F5C4-A8D4-1040-C599475A9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FDB130-DA94-E205-B081-5CF89161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33C363-E9F7-5C63-20A3-4925EB1DF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49E019-1B13-2ADE-81EE-FE93369B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E0E16B-0D0A-34F0-7F5E-599E9AA9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412A68-0CDF-DA7A-712F-8CA1A607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267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32258-0C45-3B3D-9024-AD432AA4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5529009-C352-EF81-7FC0-F6F72DAEC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EC0877-236A-FEEA-CD18-E0CB3978F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037C2-1FBF-67B4-8875-F2C02507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5DD8F5-CD66-061A-3EB8-AB3CAA4A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EFA67E-D24B-9F4F-121C-185E564B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05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41B81-80AF-2D4E-93EA-F157C19A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807FCE-91C6-15A8-3051-D859ADDD1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9EB8C9-DEE6-FCA4-1DBE-8D512865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B9D42E-4909-0D4E-9420-1653BF0E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F2CA31-D771-7AF6-FEE1-D7B26F1D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55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8048D0E-CAE3-451C-DF56-34B342ECF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4D1EA2-470B-6B1A-B988-0E7AD5DB6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F63CFC-A89C-795A-4D18-03994B94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47B4E8-1B10-CC51-86ED-A6589290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F98E05-C98A-2B06-8F7F-0B3A67D5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83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A18AB9C-4F1A-BD98-96EC-D0364957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24AD91-AF51-026B-4D0E-17977388B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D885D-FD07-9492-4683-214A96C4B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D584C-5BDD-4A3F-ADE9-279AF7FECEA7}" type="datetimeFigureOut">
              <a:rPr lang="de-DE" smtClean="0"/>
              <a:t>04.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21B06F-2BEA-C3DE-0834-BB029ACF0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866B97-6C8D-321A-94E8-E6FE78128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D631B-3D15-4034-9139-1E8C947D42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10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C288DDC-0B85-AA78-C82B-7E4798E9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02" y="1886635"/>
            <a:ext cx="4258269" cy="306747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E91306E-819D-5A53-EBAF-44026DE2EEA7}"/>
              </a:ext>
            </a:extLst>
          </p:cNvPr>
          <p:cNvSpPr txBox="1"/>
          <p:nvPr/>
        </p:nvSpPr>
        <p:spPr>
          <a:xfrm>
            <a:off x="589691" y="853406"/>
            <a:ext cx="3327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AWS S3 Teamfolder-</a:t>
            </a:r>
            <a:r>
              <a:rPr lang="de-DE" b="1" dirty="0" err="1"/>
              <a:t>structure</a:t>
            </a:r>
            <a:r>
              <a:rPr lang="de-DE" b="1" dirty="0"/>
              <a:t>: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E04FA04-430C-00A6-96CA-69C9B4F41178}"/>
              </a:ext>
            </a:extLst>
          </p:cNvPr>
          <p:cNvCxnSpPr/>
          <p:nvPr/>
        </p:nvCxnSpPr>
        <p:spPr>
          <a:xfrm>
            <a:off x="4635711" y="2645085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DE506F0-48E9-DC45-0CBF-323BF607930F}"/>
              </a:ext>
            </a:extLst>
          </p:cNvPr>
          <p:cNvSpPr txBox="1"/>
          <p:nvPr/>
        </p:nvSpPr>
        <p:spPr>
          <a:xfrm>
            <a:off x="5858309" y="2521974"/>
            <a:ext cx="57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Ältere Dateien, die irgendwann besprochen aber obsolet sind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C172FA5-8F3A-23A8-B107-B2EC8FE879C7}"/>
              </a:ext>
            </a:extLst>
          </p:cNvPr>
          <p:cNvCxnSpPr/>
          <p:nvPr/>
        </p:nvCxnSpPr>
        <p:spPr>
          <a:xfrm>
            <a:off x="4644947" y="2937488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232F548-EBD6-F260-C4CD-04917B8F654A}"/>
              </a:ext>
            </a:extLst>
          </p:cNvPr>
          <p:cNvSpPr txBox="1"/>
          <p:nvPr/>
        </p:nvSpPr>
        <p:spPr>
          <a:xfrm>
            <a:off x="5867545" y="2814377"/>
            <a:ext cx="5890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Unser Logfile-Generator (erzeugen eines Logs mit neuen Kundenbestellungen und neuen System-</a:t>
            </a:r>
            <a:r>
              <a:rPr lang="de-DE" sz="1000" dirty="0" err="1"/>
              <a:t>Issues</a:t>
            </a:r>
            <a:endParaRPr lang="de-DE" sz="10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65CDD4A-FDE9-6101-F1F5-C6E5E6E67410}"/>
              </a:ext>
            </a:extLst>
          </p:cNvPr>
          <p:cNvCxnSpPr/>
          <p:nvPr/>
        </p:nvCxnSpPr>
        <p:spPr>
          <a:xfrm>
            <a:off x="4635711" y="3225683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EAA2244A-65FA-C954-4AC1-FC2B740FE376}"/>
              </a:ext>
            </a:extLst>
          </p:cNvPr>
          <p:cNvSpPr txBox="1"/>
          <p:nvPr/>
        </p:nvSpPr>
        <p:spPr>
          <a:xfrm>
            <a:off x="5858309" y="3102572"/>
            <a:ext cx="5899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Exceldatei, die Logs quick &amp; </a:t>
            </a:r>
            <a:r>
              <a:rPr lang="de-DE" sz="1000" dirty="0" err="1"/>
              <a:t>dirty</a:t>
            </a:r>
            <a:r>
              <a:rPr lang="de-DE" sz="1000" dirty="0"/>
              <a:t> auf Inhalte prüfen (</a:t>
            </a:r>
            <a:r>
              <a:rPr lang="de-DE" sz="1000" dirty="0" err="1"/>
              <a:t>ggf</a:t>
            </a:r>
            <a:r>
              <a:rPr lang="de-DE" sz="1000" dirty="0"/>
              <a:t> Cross-Check mit Backend-</a:t>
            </a:r>
            <a:r>
              <a:rPr lang="de-DE" sz="1000" dirty="0" err="1"/>
              <a:t>Pythonresults</a:t>
            </a:r>
            <a:r>
              <a:rPr lang="de-DE" sz="1000" dirty="0"/>
              <a:t>)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16D6345-4CF3-A2F9-2983-2D38F0603616}"/>
              </a:ext>
            </a:extLst>
          </p:cNvPr>
          <p:cNvCxnSpPr/>
          <p:nvPr/>
        </p:nvCxnSpPr>
        <p:spPr>
          <a:xfrm>
            <a:off x="4644947" y="3546617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39693F77-9DC4-1FED-17CD-0E713F923976}"/>
              </a:ext>
            </a:extLst>
          </p:cNvPr>
          <p:cNvSpPr txBox="1"/>
          <p:nvPr/>
        </p:nvSpPr>
        <p:spPr>
          <a:xfrm>
            <a:off x="5867545" y="3423506"/>
            <a:ext cx="5734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Eine kleine Übersicht als </a:t>
            </a:r>
            <a:r>
              <a:rPr lang="de-DE" sz="1000" dirty="0" err="1"/>
              <a:t>txt</a:t>
            </a:r>
            <a:r>
              <a:rPr lang="de-DE" sz="1000" dirty="0"/>
              <a:t>-Datei zum Aufbau unserer Logs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C845790-DE17-7283-5420-364AD3F0335E}"/>
              </a:ext>
            </a:extLst>
          </p:cNvPr>
          <p:cNvCxnSpPr/>
          <p:nvPr/>
        </p:nvCxnSpPr>
        <p:spPr>
          <a:xfrm>
            <a:off x="4644947" y="3830605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2D5893E-6AFB-12DC-AC61-C649BEAC89AB}"/>
              </a:ext>
            </a:extLst>
          </p:cNvPr>
          <p:cNvSpPr txBox="1"/>
          <p:nvPr/>
        </p:nvSpPr>
        <p:spPr>
          <a:xfrm>
            <a:off x="5867545" y="3707494"/>
            <a:ext cx="5734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Hier sollten die Uploads der Logs aus der Website landen (geplant)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DB89540-84A2-1B32-95FF-2A4EADA57820}"/>
              </a:ext>
            </a:extLst>
          </p:cNvPr>
          <p:cNvCxnSpPr/>
          <p:nvPr/>
        </p:nvCxnSpPr>
        <p:spPr>
          <a:xfrm>
            <a:off x="4644947" y="4146510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64D705DF-927E-0D21-9D53-3206199D20F9}"/>
              </a:ext>
            </a:extLst>
          </p:cNvPr>
          <p:cNvSpPr txBox="1"/>
          <p:nvPr/>
        </p:nvSpPr>
        <p:spPr>
          <a:xfrm>
            <a:off x="5867545" y="4023399"/>
            <a:ext cx="5899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Hier sollten die logs aus den Transforms in sauberer, ausbereitetes Struktur landen (SQLite-Datei?)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02D0F71-E881-7834-ACF0-BE1F0AC5501D}"/>
              </a:ext>
            </a:extLst>
          </p:cNvPr>
          <p:cNvCxnSpPr/>
          <p:nvPr/>
        </p:nvCxnSpPr>
        <p:spPr>
          <a:xfrm>
            <a:off x="4644947" y="4410337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13022BE8-3588-ED06-B985-7B09DF848822}"/>
              </a:ext>
            </a:extLst>
          </p:cNvPr>
          <p:cNvSpPr txBox="1"/>
          <p:nvPr/>
        </p:nvSpPr>
        <p:spPr>
          <a:xfrm>
            <a:off x="5867545" y="4287226"/>
            <a:ext cx="5890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Die Projektbeschreibung mit Bildern aus real </a:t>
            </a:r>
            <a:r>
              <a:rPr lang="de-DE" sz="1000" dirty="0" err="1"/>
              <a:t>life</a:t>
            </a:r>
            <a:endParaRPr lang="de-DE" sz="1000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7360111-5A3A-7769-547A-38782A0ACDBD}"/>
              </a:ext>
            </a:extLst>
          </p:cNvPr>
          <p:cNvCxnSpPr/>
          <p:nvPr/>
        </p:nvCxnSpPr>
        <p:spPr>
          <a:xfrm>
            <a:off x="4644947" y="4746357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6044F3C1-45CF-CA01-1F58-28C0FF4BAA73}"/>
              </a:ext>
            </a:extLst>
          </p:cNvPr>
          <p:cNvSpPr txBox="1"/>
          <p:nvPr/>
        </p:nvSpPr>
        <p:spPr>
          <a:xfrm>
            <a:off x="5867545" y="4623246"/>
            <a:ext cx="5899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Übersicht projekt-Verfahrensweise (wichtig fürs DSI um Pluspunkte als Team zu sammeln ☺️ )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2CF04B8-2F02-2FBA-B4D4-A915C531FEA1}"/>
              </a:ext>
            </a:extLst>
          </p:cNvPr>
          <p:cNvCxnSpPr/>
          <p:nvPr/>
        </p:nvCxnSpPr>
        <p:spPr>
          <a:xfrm>
            <a:off x="4644947" y="2328457"/>
            <a:ext cx="11473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6DE549B3-B568-D2CF-677E-F46B0E758D7D}"/>
              </a:ext>
            </a:extLst>
          </p:cNvPr>
          <p:cNvSpPr txBox="1"/>
          <p:nvPr/>
        </p:nvSpPr>
        <p:spPr>
          <a:xfrm>
            <a:off x="5867545" y="2205346"/>
            <a:ext cx="57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/>
              <a:t>Alle anderen Team-Member-Uploads die akut relevant sind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A76D1B3-EA99-AF02-6F3A-FD4A10BF6D18}"/>
              </a:ext>
            </a:extLst>
          </p:cNvPr>
          <p:cNvSpPr/>
          <p:nvPr/>
        </p:nvSpPr>
        <p:spPr>
          <a:xfrm>
            <a:off x="4033954" y="2146767"/>
            <a:ext cx="535709" cy="326933"/>
          </a:xfrm>
          <a:prstGeom prst="ellipse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86D34577-BCC5-1897-CD5B-CBF49F7A3C28}"/>
              </a:ext>
            </a:extLst>
          </p:cNvPr>
          <p:cNvSpPr/>
          <p:nvPr/>
        </p:nvSpPr>
        <p:spPr>
          <a:xfrm>
            <a:off x="4033954" y="2406899"/>
            <a:ext cx="535709" cy="326933"/>
          </a:xfrm>
          <a:prstGeom prst="ellipse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EF2A869-49C1-7604-DCBD-415686330403}"/>
              </a:ext>
            </a:extLst>
          </p:cNvPr>
          <p:cNvSpPr/>
          <p:nvPr/>
        </p:nvSpPr>
        <p:spPr>
          <a:xfrm>
            <a:off x="4040853" y="2729122"/>
            <a:ext cx="535709" cy="326933"/>
          </a:xfrm>
          <a:prstGeom prst="ellipse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06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Breitbild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Michaelis</dc:creator>
  <cp:lastModifiedBy>Marco Michaelis</cp:lastModifiedBy>
  <cp:revision>6</cp:revision>
  <dcterms:created xsi:type="dcterms:W3CDTF">2026-03-04T15:46:48Z</dcterms:created>
  <dcterms:modified xsi:type="dcterms:W3CDTF">2026-03-04T15:59:11Z</dcterms:modified>
</cp:coreProperties>
</file>